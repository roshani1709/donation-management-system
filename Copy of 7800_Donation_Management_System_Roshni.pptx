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</p:sldIdLst>
  <p:sldSz cy="6858000" cx="12192000"/>
  <p:notesSz cx="6858000" cy="9144000"/>
  <p:embeddedFontLst>
    <p:embeddedFont>
      <p:font typeface="Century Gothic"/>
      <p:regular r:id="rId111"/>
      <p:bold r:id="rId112"/>
      <p:italic r:id="rId113"/>
      <p:boldItalic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15" roundtripDataSignature="AMtx7mgcWlylRSP03BrUgCNULAx1G22x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678F0C-F93F-4235-B308-0214F365F747}">
  <a:tblStyle styleId="{EE678F0C-F93F-4235-B308-0214F365F747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5E6"/>
          </a:solidFill>
        </a:fill>
      </a:tcStyle>
    </a:wholeTbl>
    <a:band1H>
      <a:tcTxStyle/>
      <a:tcStyle>
        <a:fill>
          <a:solidFill>
            <a:srgbClr val="FFECCA"/>
          </a:solidFill>
        </a:fill>
      </a:tcStyle>
    </a:band1H>
    <a:band2H>
      <a:tcTxStyle/>
    </a:band2H>
    <a:band1V>
      <a:tcTxStyle/>
      <a:tcStyle>
        <a:fill>
          <a:solidFill>
            <a:srgbClr val="FFECCA"/>
          </a:solidFill>
        </a:fill>
      </a:tcStyle>
    </a:band1V>
    <a:band2V>
      <a:tcTxStyle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5" Type="http://customschemas.google.com/relationships/presentationmetadata" Target="meta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CenturyGothic-boldItalic.fntdata"/><Relationship Id="rId18" Type="http://schemas.openxmlformats.org/officeDocument/2006/relationships/slide" Target="slides/slide12.xml"/><Relationship Id="rId113" Type="http://schemas.openxmlformats.org/officeDocument/2006/relationships/font" Target="fonts/CenturyGothic-italic.fntdata"/><Relationship Id="rId112" Type="http://schemas.openxmlformats.org/officeDocument/2006/relationships/font" Target="fonts/CenturyGothic-bold.fntdata"/><Relationship Id="rId111" Type="http://schemas.openxmlformats.org/officeDocument/2006/relationships/font" Target="fonts/CenturyGothic-regular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6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6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0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6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6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7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10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8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9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9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0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0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2" name="Google Shape;72;p110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1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1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111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1" name="Google Shape;81;p111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111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83" name="Google Shape;83;p1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2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3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3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113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1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4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14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14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1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5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5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15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5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6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6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116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6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6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3" name="Google Shape;123;p1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16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7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17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1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17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7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8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18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118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1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1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118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18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9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19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119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1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9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9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0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20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1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0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1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21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1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2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FD5D1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5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05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05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05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05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05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05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05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05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05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05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05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05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105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05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05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05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05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05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05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05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05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05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05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05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05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10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0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05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0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0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0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5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6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9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7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8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8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3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5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4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6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3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9.jpg"/><Relationship Id="rId4" Type="http://schemas.openxmlformats.org/officeDocument/2006/relationships/image" Target="../media/image49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6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4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8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5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8.jpg"/><Relationship Id="rId4" Type="http://schemas.openxmlformats.org/officeDocument/2006/relationships/image" Target="../media/image63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2.jpg"/><Relationship Id="rId4" Type="http://schemas.openxmlformats.org/officeDocument/2006/relationships/image" Target="../media/image69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5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5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6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60.jpg"/><Relationship Id="rId4" Type="http://schemas.openxmlformats.org/officeDocument/2006/relationships/image" Target="../media/image62.jpg"/><Relationship Id="rId5" Type="http://schemas.openxmlformats.org/officeDocument/2006/relationships/image" Target="../media/image64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7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0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6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0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4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3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2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8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7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2.jpg"/><Relationship Id="rId4" Type="http://schemas.openxmlformats.org/officeDocument/2006/relationships/image" Target="../media/image69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5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3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6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5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9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7.jpg"/><Relationship Id="rId4" Type="http://schemas.openxmlformats.org/officeDocument/2006/relationships/image" Target="../media/image84.jpg"/><Relationship Id="rId5" Type="http://schemas.openxmlformats.org/officeDocument/2006/relationships/image" Target="../media/image90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67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hyperlink" Target="https://crowdfunding.milaap.org/" TargetMode="External"/><Relationship Id="rId4" Type="http://schemas.openxmlformats.org/officeDocument/2006/relationships/hyperlink" Target="https://crowdfunding.milaap.org/" TargetMode="External"/><Relationship Id="rId5" Type="http://schemas.openxmlformats.org/officeDocument/2006/relationships/hyperlink" Target="https://y4d.ngo/" TargetMode="External"/><Relationship Id="rId6" Type="http://schemas.openxmlformats.org/officeDocument/2006/relationships/hyperlink" Target="https://y4d.ngo/" TargetMode="External"/><Relationship Id="rId7" Type="http://schemas.openxmlformats.org/officeDocument/2006/relationships/hyperlink" Target="https://thedesaifoundation.org/" TargetMode="Externa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/>
          <p:nvPr>
            <p:ph type="ctrTitle"/>
          </p:nvPr>
        </p:nvSpPr>
        <p:spPr>
          <a:xfrm>
            <a:off x="3079103" y="783770"/>
            <a:ext cx="8033656" cy="19780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b="1" lang="en-IN"/>
              <a:t>Donation Management System</a:t>
            </a:r>
            <a:endParaRPr/>
          </a:p>
        </p:txBody>
      </p:sp>
      <p:pic>
        <p:nvPicPr>
          <p:cNvPr descr="main-logo.png" id="169" name="Google Shape;16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851" y="265319"/>
            <a:ext cx="2514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/>
          <p:nvPr/>
        </p:nvSpPr>
        <p:spPr>
          <a:xfrm>
            <a:off x="2738285" y="3617813"/>
            <a:ext cx="6394699" cy="9233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5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KINDNESS CORNER</a:t>
            </a:r>
            <a:endParaRPr b="1" i="0" sz="5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72" name="Google Shape;172;p1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3" name="Google Shape;173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"/>
          <p:cNvSpPr txBox="1"/>
          <p:nvPr>
            <p:ph type="title"/>
          </p:nvPr>
        </p:nvSpPr>
        <p:spPr>
          <a:xfrm>
            <a:off x="2592925" y="216310"/>
            <a:ext cx="8911687" cy="1612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</a:pPr>
            <a:r>
              <a:rPr b="1" lang="en-IN" sz="2000"/>
              <a:t>Smt. Tanuben &amp; Dr. Manubhai Trivedi College  Of Information Science  Surat(B.C.A Self Financed)</a:t>
            </a:r>
            <a:br>
              <a:rPr b="1" lang="en-IN" sz="2000"/>
            </a:br>
            <a:br>
              <a:rPr b="1" lang="en-IN" sz="2000"/>
            </a:br>
            <a:endParaRPr b="1" sz="2000"/>
          </a:p>
        </p:txBody>
      </p:sp>
      <p:sp>
        <p:nvSpPr>
          <p:cNvPr id="179" name="Google Shape;179;p2"/>
          <p:cNvSpPr txBox="1"/>
          <p:nvPr>
            <p:ph idx="1" type="body"/>
          </p:nvPr>
        </p:nvSpPr>
        <p:spPr>
          <a:xfrm>
            <a:off x="2589212" y="1426866"/>
            <a:ext cx="8915400" cy="44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IN"/>
              <a:t>Project On :Donation Management System					</a:t>
            </a:r>
            <a:endParaRPr/>
          </a:p>
          <a:p>
            <a:pPr indent="-228600" lvl="0" marL="34290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228600" lvl="0" marL="34290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228600" lvl="0" marL="34290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IN"/>
              <a:t>GUIDE BY :              	                                                        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IN"/>
              <a:t>Prof. Mrs. Bhautika R. Patel	</a:t>
            </a:r>
            <a:endParaRPr/>
          </a:p>
        </p:txBody>
      </p:sp>
      <p:sp>
        <p:nvSpPr>
          <p:cNvPr id="180" name="Google Shape;180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81" name="Google Shape;181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82" name="Google Shape;182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3" name="Google Shape;18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360" y="2257274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"/>
          <p:cNvSpPr txBox="1"/>
          <p:nvPr/>
        </p:nvSpPr>
        <p:spPr>
          <a:xfrm>
            <a:off x="8270865" y="5076825"/>
            <a:ext cx="293053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b="1" i="0" lang="en-I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Submitted By. 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b="1" i="0" lang="en-IN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Roshni S. Mali - 7800</a:t>
            </a:r>
            <a:endParaRPr b="1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91" name="Google Shape;191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92" name="Google Shape;192;p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3" name="Google Shape;193;p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4" name="Google Shape;194;p3"/>
          <p:cNvPicPr preferRelativeResize="0"/>
          <p:nvPr/>
        </p:nvPicPr>
        <p:blipFill rotWithShape="1">
          <a:blip r:embed="rId3">
            <a:alphaModFix/>
          </a:blip>
          <a:srcRect b="5084" l="7099" r="0" t="9045"/>
          <a:stretch/>
        </p:blipFill>
        <p:spPr>
          <a:xfrm rot="5400000">
            <a:off x="2666998" y="-2666999"/>
            <a:ext cx="6858000" cy="12192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/>
          <p:nvPr>
            <p:ph type="title"/>
          </p:nvPr>
        </p:nvSpPr>
        <p:spPr>
          <a:xfrm>
            <a:off x="2592925" y="624110"/>
            <a:ext cx="5355321" cy="6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alibri"/>
              <a:buNone/>
            </a:pPr>
            <a:r>
              <a:rPr b="1" lang="en-IN" sz="4000">
                <a:latin typeface="Calibri"/>
                <a:ea typeface="Calibri"/>
                <a:cs typeface="Calibri"/>
                <a:sym typeface="Calibri"/>
              </a:rPr>
              <a:t>Content</a:t>
            </a:r>
            <a:endParaRPr b="1" sz="6600"/>
          </a:p>
        </p:txBody>
      </p:sp>
      <p:sp>
        <p:nvSpPr>
          <p:cNvPr id="200" name="Google Shape;200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01" name="Google Shape;201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02" name="Google Shape;202;p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3" name="Google Shape;203;p4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introduction</a:t>
            </a:r>
            <a:endParaRPr b="0" i="0" sz="2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Scope and objective of project</a:t>
            </a:r>
            <a:endParaRPr b="0" i="0" sz="2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Tools and technologies used</a:t>
            </a:r>
            <a:endParaRPr b="0" i="0" sz="2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UML (USECASE)</a:t>
            </a:r>
            <a:endParaRPr b="0" i="0" sz="2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Modules and its Functionalities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Structure</a:t>
            </a:r>
            <a:endParaRPr b="0" i="0" sz="2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SzPts val="2500"/>
              <a:buChar char="🠶"/>
            </a:pPr>
            <a:r>
              <a:rPr b="1" i="0" lang="en-IN" sz="2500" u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Screenshots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1" lang="en-IN"/>
              <a:t>1. Project Introduction</a:t>
            </a:r>
            <a:br>
              <a:rPr lang="en-IN"/>
            </a:br>
            <a:endParaRPr/>
          </a:p>
        </p:txBody>
      </p:sp>
      <p:sp>
        <p:nvSpPr>
          <p:cNvPr id="210" name="Google Shape;210;p5"/>
          <p:cNvSpPr txBox="1"/>
          <p:nvPr>
            <p:ph idx="1" type="body"/>
          </p:nvPr>
        </p:nvSpPr>
        <p:spPr>
          <a:xfrm>
            <a:off x="2589212" y="2133600"/>
            <a:ext cx="8685039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Welcome to Donation Management System Website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Our Vision:</a:t>
            </a:r>
            <a:r>
              <a:rPr lang="en-IN"/>
              <a:t> To create a supportive community where every donation, big or small, contributes to significant change.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ctr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12" name="Google Shape;212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3" name="Google Shape;213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"/>
          <p:cNvSpPr txBox="1"/>
          <p:nvPr>
            <p:ph type="title"/>
          </p:nvPr>
        </p:nvSpPr>
        <p:spPr>
          <a:xfrm>
            <a:off x="2592925" y="787782"/>
            <a:ext cx="8911687" cy="1011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b="1" lang="en-IN"/>
              <a:t>2. What We Offer :</a:t>
            </a:r>
            <a:endParaRPr/>
          </a:p>
        </p:txBody>
      </p:sp>
      <p:sp>
        <p:nvSpPr>
          <p:cNvPr id="219" name="Google Shape;219;p6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/>
              <a:t>A platform to discover and support 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/>
              <a:t>various donation-related Money and other things.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/>
              <a:t>Transparency in how donations are utilized, ensuring every contribution makes a difference.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/>
              <a:t>Updates and success stories from the projects you support. 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21" name="Google Shape;221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2" name="Google Shape;222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 sz="10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/>
          <p:nvPr>
            <p:ph type="title"/>
          </p:nvPr>
        </p:nvSpPr>
        <p:spPr>
          <a:xfrm>
            <a:off x="2592925" y="884902"/>
            <a:ext cx="8911687" cy="1020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b="1" lang="en-IN" u="sng"/>
              <a:t>3. Scope And Objectives of Project</a:t>
            </a:r>
            <a:br>
              <a:rPr lang="en-IN"/>
            </a:br>
            <a:r>
              <a:rPr b="1" lang="en-IN"/>
              <a:t> </a:t>
            </a:r>
            <a:br>
              <a:rPr lang="en-IN"/>
            </a:br>
            <a:endParaRPr/>
          </a:p>
        </p:txBody>
      </p:sp>
      <p:sp>
        <p:nvSpPr>
          <p:cNvPr id="228" name="Google Shape;228;p7"/>
          <p:cNvSpPr txBox="1"/>
          <p:nvPr>
            <p:ph idx="1" type="body"/>
          </p:nvPr>
        </p:nvSpPr>
        <p:spPr>
          <a:xfrm>
            <a:off x="2589212" y="2133600"/>
            <a:ext cx="8915400" cy="4089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1. Streamline Donations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2. Increase Accessibility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3. Enhance Transparency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4. Foster Community Engagement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5. Support a Variety of Causes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6. Boost Fundraising Efforts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7. Encourage Recurring Donations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8. Provide Educational Resources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9. Ensure Security and Trust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/>
              <a:t>10. Measure and Report Impact</a:t>
            </a:r>
            <a:endParaRPr/>
          </a:p>
        </p:txBody>
      </p:sp>
      <p:sp>
        <p:nvSpPr>
          <p:cNvPr id="229" name="Google Shape;229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1" name="Google Shape;231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" name="Google Shape;236;p8"/>
          <p:cNvGraphicFramePr/>
          <p:nvPr/>
        </p:nvGraphicFramePr>
        <p:xfrm>
          <a:off x="3858176" y="3738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865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Front End Tools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Chrome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237" name="Google Shape;237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38" name="Google Shape;238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9" name="Google Shape;239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 flipH="1">
            <a:off x="4170782" y="2453969"/>
            <a:ext cx="43294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000"/>
              <a:buFont typeface="Calibri"/>
              <a:buNone/>
            </a:pPr>
            <a:r>
              <a:rPr b="1" i="0" lang="en-IN" sz="2000" u="none" cap="none" strike="noStrik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Client-Side Requirements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entury Gothic"/>
              <a:buNone/>
            </a:pPr>
            <a:r>
              <a:rPr b="1" i="0" lang="en-IN" sz="3600" u="none" cap="none" strike="noStrike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Tools And Technologies Used </a:t>
            </a:r>
            <a:br>
              <a:rPr b="0" i="0" lang="en-IN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en-IN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b="0" i="0" sz="36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2592925" y="1002890"/>
            <a:ext cx="8911687" cy="902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ct val="100000"/>
              <a:buFont typeface="Calibri"/>
              <a:buNone/>
            </a:pPr>
            <a:br>
              <a:rPr b="1" lang="en-IN" sz="3000" u="sng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IN" sz="3000" u="sng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Server-side Requirements</a:t>
            </a:r>
            <a:endParaRPr sz="3000"/>
          </a:p>
        </p:txBody>
      </p:sp>
      <p:graphicFrame>
        <p:nvGraphicFramePr>
          <p:cNvPr id="247" name="Google Shape;247;p9"/>
          <p:cNvGraphicFramePr/>
          <p:nvPr/>
        </p:nvGraphicFramePr>
        <p:xfrm>
          <a:off x="2589213" y="25465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52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Operating System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Windows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Front End Tools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HTML, CSS, Bootstrap ,Google Chrome ,javaScript ,jQuery ,AJAX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2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Back End Tools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PHP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2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Editor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VS Code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20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Database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MySQL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8" name="Google Shape;248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49" name="Google Shape;249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50" name="Google Shape;250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2592925" y="319309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Century Gothic"/>
              <a:buNone/>
            </a:pPr>
            <a:r>
              <a:rPr b="1" i="0" lang="en-IN" sz="3600" u="none" cap="none" strike="noStrike">
                <a:solidFill>
                  <a:srgbClr val="00B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Tools And Technologies Used </a:t>
            </a:r>
            <a:br>
              <a:rPr b="0" i="0" lang="en-IN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en-IN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endParaRPr b="0" i="0" sz="3600" u="none" cap="none" strike="noStrike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57" name="Google Shape;257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58" name="Google Shape;258;p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9" name="Google Shape;25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674" y="2836114"/>
            <a:ext cx="2381250" cy="23812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60" name="Google Shape;260;p10"/>
          <p:cNvPicPr preferRelativeResize="0"/>
          <p:nvPr/>
        </p:nvPicPr>
        <p:blipFill rotWithShape="1">
          <a:blip r:embed="rId4">
            <a:alphaModFix/>
          </a:blip>
          <a:srcRect b="9870" l="29575" r="29218" t="8570"/>
          <a:stretch/>
        </p:blipFill>
        <p:spPr>
          <a:xfrm>
            <a:off x="3702153" y="2712289"/>
            <a:ext cx="1990725" cy="26289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4590" y="3076144"/>
            <a:ext cx="2141220" cy="214122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6">
            <a:alphaModFix/>
          </a:blip>
          <a:srcRect b="8254" l="22185" r="22979" t="2376"/>
          <a:stretch/>
        </p:blipFill>
        <p:spPr>
          <a:xfrm>
            <a:off x="8923644" y="2758850"/>
            <a:ext cx="2895600" cy="28670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63" name="Google Shape;263;p10"/>
          <p:cNvSpPr txBox="1"/>
          <p:nvPr>
            <p:ph type="title"/>
          </p:nvPr>
        </p:nvSpPr>
        <p:spPr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Century Gothic"/>
              <a:buNone/>
            </a:pPr>
            <a:r>
              <a:rPr b="1" lang="en-IN">
                <a:solidFill>
                  <a:srgbClr val="00B050"/>
                </a:solidFill>
              </a:rPr>
              <a:t>4. Tools And Technologies Used </a:t>
            </a:r>
            <a:br>
              <a:rPr lang="en-IN"/>
            </a:br>
            <a:r>
              <a:rPr b="1" lang="en-I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69" name="Google Shape;269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1" name="Google Shape;271;p11"/>
          <p:cNvSpPr txBox="1"/>
          <p:nvPr>
            <p:ph idx="1" type="body"/>
          </p:nvPr>
        </p:nvSpPr>
        <p:spPr>
          <a:xfrm>
            <a:off x="960125" y="2133600"/>
            <a:ext cx="10796400" cy="3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72" name="Google Shape;272;p11"/>
          <p:cNvPicPr preferRelativeResize="0"/>
          <p:nvPr/>
        </p:nvPicPr>
        <p:blipFill rotWithShape="1">
          <a:blip r:embed="rId3">
            <a:alphaModFix/>
          </a:blip>
          <a:srcRect b="31428" l="10083" r="11512" t="13110"/>
          <a:stretch/>
        </p:blipFill>
        <p:spPr>
          <a:xfrm>
            <a:off x="1163472" y="3157663"/>
            <a:ext cx="2128375" cy="20955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23281" r="22635" t="0"/>
          <a:stretch/>
        </p:blipFill>
        <p:spPr>
          <a:xfrm>
            <a:off x="3807350" y="2985475"/>
            <a:ext cx="2730726" cy="243990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74" name="Google Shape;27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000" y="2985475"/>
            <a:ext cx="2906374" cy="231364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id="275" name="Google Shape;27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92288" y="3382454"/>
            <a:ext cx="1531620" cy="164592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76" name="Google Shape;276;p11"/>
          <p:cNvSpPr txBox="1"/>
          <p:nvPr>
            <p:ph type="title"/>
          </p:nvPr>
        </p:nvSpPr>
        <p:spPr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Century Gothic"/>
              <a:buNone/>
            </a:pPr>
            <a:r>
              <a:rPr b="1" lang="en-IN">
                <a:solidFill>
                  <a:srgbClr val="00B050"/>
                </a:solidFill>
              </a:rPr>
              <a:t>4. Tools And Technologies Used </a:t>
            </a:r>
            <a:br>
              <a:rPr lang="en-IN"/>
            </a:br>
            <a:r>
              <a:rPr b="1" lang="en-IN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 txBox="1"/>
          <p:nvPr>
            <p:ph type="title"/>
          </p:nvPr>
        </p:nvSpPr>
        <p:spPr>
          <a:xfrm>
            <a:off x="1757183" y="2698715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5000"/>
              <a:buFont typeface="Calibri"/>
              <a:buNone/>
            </a:pPr>
            <a:r>
              <a:rPr b="1" lang="en-IN" sz="5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UML (USECASE)</a:t>
            </a:r>
            <a:endParaRPr sz="5000"/>
          </a:p>
        </p:txBody>
      </p:sp>
      <p:sp>
        <p:nvSpPr>
          <p:cNvPr id="282" name="Google Shape;282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83" name="Google Shape;283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84" name="Google Shape;284;p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 txBox="1"/>
          <p:nvPr>
            <p:ph type="title"/>
          </p:nvPr>
        </p:nvSpPr>
        <p:spPr>
          <a:xfrm>
            <a:off x="2552285" y="116110"/>
            <a:ext cx="8911687" cy="696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000"/>
              <a:buFont typeface="Calibri"/>
              <a:buNone/>
            </a:pPr>
            <a:r>
              <a:rPr b="1" lang="en-IN" sz="2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UML (USECASE) </a:t>
            </a:r>
            <a:br>
              <a:rPr lang="en-I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1" lang="en-I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2000"/>
          </a:p>
        </p:txBody>
      </p:sp>
      <p:sp>
        <p:nvSpPr>
          <p:cNvPr id="290" name="Google Shape;290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291" name="Google Shape;291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292" name="Google Shape;292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3" name="Google Shape;29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7233" l="1356" r="2662" t="28861"/>
          <a:stretch/>
        </p:blipFill>
        <p:spPr>
          <a:xfrm>
            <a:off x="3057833" y="1152907"/>
            <a:ext cx="7619999" cy="497753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type="title"/>
          </p:nvPr>
        </p:nvSpPr>
        <p:spPr>
          <a:xfrm>
            <a:off x="2592925" y="101600"/>
            <a:ext cx="8911687" cy="845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000"/>
              <a:buFont typeface="Calibri"/>
              <a:buNone/>
            </a:pPr>
            <a:r>
              <a:rPr b="1" lang="en-IN" sz="2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UML (USECASE)</a:t>
            </a:r>
            <a:br>
              <a:rPr lang="en-I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1" lang="en-I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Donor</a:t>
            </a:r>
            <a:endParaRPr sz="2000"/>
          </a:p>
        </p:txBody>
      </p:sp>
      <p:sp>
        <p:nvSpPr>
          <p:cNvPr id="299" name="Google Shape;299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00" name="Google Shape;300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01" name="Google Shape;301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1672" y="1152908"/>
            <a:ext cx="8322302" cy="5038762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/>
          <p:nvPr>
            <p:ph type="title"/>
          </p:nvPr>
        </p:nvSpPr>
        <p:spPr>
          <a:xfrm>
            <a:off x="2592925" y="132080"/>
            <a:ext cx="8911687" cy="81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000"/>
              <a:buFont typeface="Calibri"/>
              <a:buNone/>
            </a:pPr>
            <a:r>
              <a:rPr b="1" lang="en-IN" sz="2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UML (USECASE)</a:t>
            </a:r>
            <a:br>
              <a:rPr lang="en-I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1" lang="en-I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endParaRPr sz="2000"/>
          </a:p>
        </p:txBody>
      </p:sp>
      <p:sp>
        <p:nvSpPr>
          <p:cNvPr id="309" name="Google Shape;309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10" name="Google Shape;310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11" name="Google Shape;311;p1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12" name="Google Shape;3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2" y="979643"/>
            <a:ext cx="8531072" cy="5150794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 txBox="1"/>
          <p:nvPr>
            <p:ph type="title"/>
          </p:nvPr>
        </p:nvSpPr>
        <p:spPr>
          <a:xfrm>
            <a:off x="2592925" y="172721"/>
            <a:ext cx="8911687" cy="774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000"/>
              <a:buFont typeface="Calibri"/>
              <a:buNone/>
            </a:pPr>
            <a:r>
              <a:rPr b="1" lang="en-IN" sz="2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5. UML (USECASE)</a:t>
            </a:r>
            <a:r>
              <a:rPr b="1" lang="en-IN" sz="2000" u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IN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IN" sz="200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1" lang="en-I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Guest</a:t>
            </a:r>
            <a:endParaRPr sz="2000"/>
          </a:p>
        </p:txBody>
      </p:sp>
      <p:sp>
        <p:nvSpPr>
          <p:cNvPr id="318" name="Google Shape;318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19" name="Google Shape;319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20" name="Google Shape;320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3">
            <a:alphaModFix/>
          </a:blip>
          <a:srcRect b="34553" l="0" r="3715" t="30591"/>
          <a:stretch/>
        </p:blipFill>
        <p:spPr>
          <a:xfrm>
            <a:off x="2684206" y="946779"/>
            <a:ext cx="7914968" cy="518365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Modules and its Functionalities</a:t>
            </a:r>
            <a:endParaRPr/>
          </a:p>
        </p:txBody>
      </p:sp>
      <p:sp>
        <p:nvSpPr>
          <p:cNvPr id="327" name="Google Shape;327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28" name="Google Shape;328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29" name="Google Shape;329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30" name="Google Shape;330;p17"/>
          <p:cNvGraphicFramePr/>
          <p:nvPr/>
        </p:nvGraphicFramePr>
        <p:xfrm>
          <a:off x="3718560" y="1583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6268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user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 history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categories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feedback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work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About Us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Contact </a:t>
                      </a: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Password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Password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Logout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Modules and its Functionalities</a:t>
            </a:r>
            <a:endParaRPr/>
          </a:p>
        </p:txBody>
      </p:sp>
      <p:sp>
        <p:nvSpPr>
          <p:cNvPr id="336" name="Google Shape;336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37" name="Google Shape;337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38" name="Google Shape;338;p1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39" name="Google Shape;339;p18"/>
          <p:cNvGraphicFramePr/>
          <p:nvPr/>
        </p:nvGraphicFramePr>
        <p:xfrm>
          <a:off x="3718560" y="1583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6268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DONOR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profile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categories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Donation history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Give feedback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Donate money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About 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Contact 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Logout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Modules and its Functionalities</a:t>
            </a:r>
            <a:endParaRPr/>
          </a:p>
        </p:txBody>
      </p:sp>
      <p:sp>
        <p:nvSpPr>
          <p:cNvPr id="345" name="Google Shape;345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46" name="Google Shape;346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47" name="Google Shape;347;p1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48" name="Google Shape;348;p19"/>
          <p:cNvGraphicFramePr/>
          <p:nvPr/>
        </p:nvGraphicFramePr>
        <p:xfrm>
          <a:off x="3718560" y="1583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6268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RECEIVER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 Profile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Money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History(money receive history)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Give Feedback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About 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Contact 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Char char="▪"/>
                      </a:pPr>
                      <a:r>
                        <a:rPr lang="en-I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Logout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Modules and its Functionalities</a:t>
            </a:r>
            <a:endParaRPr/>
          </a:p>
        </p:txBody>
      </p:sp>
      <p:sp>
        <p:nvSpPr>
          <p:cNvPr id="354" name="Google Shape;354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55" name="Google Shape;355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56" name="Google Shape;356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357" name="Google Shape;357;p20"/>
          <p:cNvGraphicFramePr/>
          <p:nvPr/>
        </p:nvGraphicFramePr>
        <p:xfrm>
          <a:off x="3718560" y="1583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6268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400">
                          <a:solidFill>
                            <a:srgbClr val="FF006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GUEST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Post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 feedback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About 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37085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▪"/>
                      </a:pPr>
                      <a:r>
                        <a:rPr lang="en-IN" sz="1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Registration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 txBox="1"/>
          <p:nvPr>
            <p:ph type="title"/>
          </p:nvPr>
        </p:nvSpPr>
        <p:spPr>
          <a:xfrm>
            <a:off x="2592925" y="946778"/>
            <a:ext cx="8911687" cy="95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4500"/>
              <a:buFont typeface="Calibri"/>
              <a:buNone/>
            </a:pPr>
            <a:r>
              <a:rPr b="1" lang="en-IN" sz="45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7. Table Structure</a:t>
            </a:r>
            <a:endParaRPr b="1" sz="4500"/>
          </a:p>
        </p:txBody>
      </p:sp>
      <p:sp>
        <p:nvSpPr>
          <p:cNvPr id="363" name="Google Shape;363;p21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Admin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Donor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Receiver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Category </a:t>
            </a:r>
            <a:r>
              <a:rPr b="1" i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i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Donation </a:t>
            </a:r>
            <a:r>
              <a:rPr b="1" i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Request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Feedback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IN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Contact Us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65" name="Google Shape;365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66" name="Google Shape;366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Admin Table</a:t>
            </a:r>
            <a:endParaRPr/>
          </a:p>
        </p:txBody>
      </p:sp>
      <p:graphicFrame>
        <p:nvGraphicFramePr>
          <p:cNvPr id="372" name="Google Shape;372;p22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Create_Date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Phone_No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Security_Question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Security_Answer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373" name="Google Shape;373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74" name="Google Shape;374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75" name="Google Shape;375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alibri"/>
              <a:buNone/>
            </a:pP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Donor Table</a:t>
            </a:r>
            <a:endParaRPr/>
          </a:p>
        </p:txBody>
      </p:sp>
      <p:graphicFrame>
        <p:nvGraphicFramePr>
          <p:cNvPr id="381" name="Google Shape;381;p23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Donor_Id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Donor_Name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Create_Date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Phone_No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Bank_IFSC_Code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Varchar(12)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Security_Question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Security_Answers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382" name="Google Shape;382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83" name="Google Shape;383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84" name="Google Shape;384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i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390" name="Google Shape;390;p24"/>
          <p:cNvGraphicFramePr/>
          <p:nvPr/>
        </p:nvGraphicFramePr>
        <p:xfrm>
          <a:off x="2471229" y="14748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Receiver_Name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Create_Date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Phone_No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Bank_IFSC_Code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Varchar(12)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Security_Question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Security_Answers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391" name="Google Shape;391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392" name="Google Shape;392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393" name="Google Shape;393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i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399" name="Google Shape;399;p25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00" name="Google Shape;400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01" name="Google Shape;401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02" name="Google Shape;402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i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408" name="Google Shape;408;p26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Amount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09" name="Google Shape;409;p2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10" name="Google Shape;410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11" name="Google Shape;411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i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Donation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417" name="Google Shape;417;p27"/>
          <p:cNvGraphicFramePr/>
          <p:nvPr/>
        </p:nvGraphicFramePr>
        <p:xfrm>
          <a:off x="2589213" y="16124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Donation_Id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Donor_Id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Reciever_Id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Payment_Type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Bank_IFSC_Code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Varchar(12)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Payment_Amount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Donation_Date 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Varchar(20)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18" name="Google Shape;418;p2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19" name="Google Shape;419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20" name="Google Shape;420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426" name="Google Shape;426;p28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Varchar(50)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Bank_IFSC_Code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Varchar(12)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Payment_Amount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Int(10)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Request_Date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27" name="Google Shape;427;p2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28" name="Google Shape;428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29" name="Google Shape;429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435" name="Google Shape;435;p29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Feedback_Id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Donor_Id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Int(1)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Varchar(100)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Feedback_Date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36" name="Google Shape;436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37" name="Google Shape;437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38" name="Google Shape;438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Contact Us</a:t>
            </a:r>
            <a:r>
              <a:rPr b="1" i="1" lang="en-IN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</p:txBody>
      </p:sp>
      <p:graphicFrame>
        <p:nvGraphicFramePr>
          <p:cNvPr id="444" name="Google Shape;444;p30"/>
          <p:cNvGraphicFramePr/>
          <p:nvPr/>
        </p:nvGraphicFramePr>
        <p:xfrm>
          <a:off x="2589213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{EE678F0C-F93F-4235-B308-0214F365F747}</a:tableStyleId>
              </a:tblPr>
              <a:tblGrid>
                <a:gridCol w="4457700"/>
                <a:gridCol w="4457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 Name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       	Data Type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Contact_Id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Donor_Id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Receiver_Id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timestamp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445" name="Google Shape;445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46" name="Google Shape;446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47" name="Google Shape;447;p3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 txBox="1"/>
          <p:nvPr>
            <p:ph type="title"/>
          </p:nvPr>
        </p:nvSpPr>
        <p:spPr>
          <a:xfrm>
            <a:off x="2592925" y="946778"/>
            <a:ext cx="7882035" cy="95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 Screenshots</a:t>
            </a:r>
            <a:endParaRPr b="1" sz="3000"/>
          </a:p>
        </p:txBody>
      </p:sp>
      <p:sp>
        <p:nvSpPr>
          <p:cNvPr id="453" name="Google Shape;453;p31"/>
          <p:cNvSpPr txBox="1"/>
          <p:nvPr>
            <p:ph idx="1" type="body"/>
          </p:nvPr>
        </p:nvSpPr>
        <p:spPr>
          <a:xfrm>
            <a:off x="2042160" y="2144742"/>
            <a:ext cx="8319452" cy="282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i="1" lang="en-IN" sz="1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Guest</a:t>
            </a:r>
            <a:endParaRPr sz="10000"/>
          </a:p>
        </p:txBody>
      </p:sp>
      <p:sp>
        <p:nvSpPr>
          <p:cNvPr id="454" name="Google Shape;454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55" name="Google Shape;455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56" name="Google Shape;456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Home</a:t>
            </a:r>
            <a:endParaRPr/>
          </a:p>
        </p:txBody>
      </p:sp>
      <p:sp>
        <p:nvSpPr>
          <p:cNvPr id="462" name="Google Shape;462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63" name="Google Shape;463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64" name="Google Shape;464;p3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5" name="Google Shape;465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714" y="2133600"/>
            <a:ext cx="8736397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Home</a:t>
            </a:r>
            <a:endParaRPr/>
          </a:p>
        </p:txBody>
      </p:sp>
      <p:sp>
        <p:nvSpPr>
          <p:cNvPr id="471" name="Google Shape;471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72" name="Google Shape;472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74" name="Google Shape;4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0245" y="2294890"/>
            <a:ext cx="5731510" cy="226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58911"/>
            <a:ext cx="8915400" cy="3527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Home</a:t>
            </a:r>
            <a:endParaRPr/>
          </a:p>
        </p:txBody>
      </p:sp>
      <p:sp>
        <p:nvSpPr>
          <p:cNvPr id="481" name="Google Shape;481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82" name="Google Shape;482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83" name="Google Shape;483;p3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4" name="Google Shape;48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5225" y="2133600"/>
            <a:ext cx="8343375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Home</a:t>
            </a:r>
            <a:endParaRPr/>
          </a:p>
        </p:txBody>
      </p:sp>
      <p:sp>
        <p:nvSpPr>
          <p:cNvPr id="490" name="Google Shape;490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491" name="Google Shape;491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492" name="Google Shape;492;p3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93" name="Google Shape;493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193" y="2133600"/>
            <a:ext cx="8427439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Home</a:t>
            </a:r>
            <a:endParaRPr/>
          </a:p>
        </p:txBody>
      </p:sp>
      <p:sp>
        <p:nvSpPr>
          <p:cNvPr id="499" name="Google Shape;499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00" name="Google Shape;500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01" name="Google Shape;501;p3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2" name="Google Shape;502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68169"/>
            <a:ext cx="8915400" cy="3509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2. View Post</a:t>
            </a:r>
            <a:endParaRPr/>
          </a:p>
        </p:txBody>
      </p:sp>
      <p:pic>
        <p:nvPicPr>
          <p:cNvPr id="508" name="Google Shape;508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8524" y="2133600"/>
            <a:ext cx="8376777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10" name="Google Shape;510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11" name="Google Shape;511;p3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2. View Post</a:t>
            </a:r>
            <a:endParaRPr/>
          </a:p>
        </p:txBody>
      </p:sp>
      <p:sp>
        <p:nvSpPr>
          <p:cNvPr id="517" name="Google Shape;517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18" name="Google Shape;518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19" name="Google Shape;519;p3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0" name="Google Shape;520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3454" y="2133600"/>
            <a:ext cx="8486917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3. View feedback</a:t>
            </a:r>
            <a:endParaRPr/>
          </a:p>
        </p:txBody>
      </p:sp>
      <p:pic>
        <p:nvPicPr>
          <p:cNvPr id="526" name="Google Shape;526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844" y="2133600"/>
            <a:ext cx="8512137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28" name="Google Shape;528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29" name="Google Shape;529;p3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3. View feedback</a:t>
            </a:r>
            <a:endParaRPr/>
          </a:p>
        </p:txBody>
      </p:sp>
      <p:pic>
        <p:nvPicPr>
          <p:cNvPr id="535" name="Google Shape;535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9512" y="2133600"/>
            <a:ext cx="8754801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37" name="Google Shape;537;p4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38" name="Google Shape;538;p4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4. About us</a:t>
            </a:r>
            <a:endParaRPr/>
          </a:p>
        </p:txBody>
      </p:sp>
      <p:pic>
        <p:nvPicPr>
          <p:cNvPr id="544" name="Google Shape;544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1403" y="2133600"/>
            <a:ext cx="8451019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46" name="Google Shape;546;p4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47" name="Google Shape;547;p4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4. About us</a:t>
            </a:r>
            <a:endParaRPr/>
          </a:p>
        </p:txBody>
      </p:sp>
      <p:pic>
        <p:nvPicPr>
          <p:cNvPr id="553" name="Google Shape;553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6508" y="2133600"/>
            <a:ext cx="878081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55" name="Google Shape;555;p4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56" name="Google Shape;556;p4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5. Registration</a:t>
            </a:r>
            <a:endParaRPr/>
          </a:p>
        </p:txBody>
      </p:sp>
      <p:pic>
        <p:nvPicPr>
          <p:cNvPr id="562" name="Google Shape;562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297" y="2133600"/>
            <a:ext cx="8353231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64" name="Google Shape;564;p4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65" name="Google Shape;565;p4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4"/>
          <p:cNvSpPr txBox="1"/>
          <p:nvPr>
            <p:ph type="title"/>
          </p:nvPr>
        </p:nvSpPr>
        <p:spPr>
          <a:xfrm>
            <a:off x="2592925" y="946778"/>
            <a:ext cx="7882035" cy="95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 Screenshots</a:t>
            </a:r>
            <a:endParaRPr b="1" sz="3000"/>
          </a:p>
        </p:txBody>
      </p:sp>
      <p:sp>
        <p:nvSpPr>
          <p:cNvPr id="571" name="Google Shape;571;p44"/>
          <p:cNvSpPr txBox="1"/>
          <p:nvPr>
            <p:ph idx="1" type="body"/>
          </p:nvPr>
        </p:nvSpPr>
        <p:spPr>
          <a:xfrm>
            <a:off x="2042160" y="2540000"/>
            <a:ext cx="8319452" cy="3371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i="1" lang="en-IN" sz="1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10000"/>
          </a:p>
        </p:txBody>
      </p:sp>
      <p:sp>
        <p:nvSpPr>
          <p:cNvPr id="572" name="Google Shape;572;p4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73" name="Google Shape;573;p4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74" name="Google Shape;574;p4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Login</a:t>
            </a:r>
            <a:endParaRPr/>
          </a:p>
        </p:txBody>
      </p:sp>
      <p:pic>
        <p:nvPicPr>
          <p:cNvPr id="580" name="Google Shape;580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9369" y="2133600"/>
            <a:ext cx="863508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82" name="Google Shape;582;p4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83" name="Google Shape;583;p4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Home </a:t>
            </a:r>
            <a:endParaRPr/>
          </a:p>
        </p:txBody>
      </p:sp>
      <p:sp>
        <p:nvSpPr>
          <p:cNvPr id="589" name="Google Shape;589;p4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590" name="Google Shape;590;p4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591" name="Google Shape;591;p4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92" name="Google Shape;592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5356" y="2133600"/>
            <a:ext cx="8883114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2. Manage user(donor)</a:t>
            </a:r>
            <a:endParaRPr/>
          </a:p>
        </p:txBody>
      </p:sp>
      <p:pic>
        <p:nvPicPr>
          <p:cNvPr id="598" name="Google Shape;598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325" y="2133600"/>
            <a:ext cx="8523176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4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00" name="Google Shape;600;p4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01" name="Google Shape;601;p4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3. Manage user(receiver)</a:t>
            </a:r>
            <a:endParaRPr/>
          </a:p>
        </p:txBody>
      </p:sp>
      <p:pic>
        <p:nvPicPr>
          <p:cNvPr id="607" name="Google Shape;607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6769" y="2133600"/>
            <a:ext cx="8680287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09" name="Google Shape;609;p4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10" name="Google Shape;610;p4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4. Payment history (Donor)</a:t>
            </a:r>
            <a:endParaRPr/>
          </a:p>
        </p:txBody>
      </p:sp>
      <p:pic>
        <p:nvPicPr>
          <p:cNvPr id="616" name="Google Shape;616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0867" y="2133600"/>
            <a:ext cx="8612092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18" name="Google Shape;618;p4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19" name="Google Shape;619;p4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5. Request history (receiver)</a:t>
            </a:r>
            <a:endParaRPr/>
          </a:p>
        </p:txBody>
      </p:sp>
      <p:pic>
        <p:nvPicPr>
          <p:cNvPr id="625" name="Google Shape;625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8897" y="2133600"/>
            <a:ext cx="8716031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5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27" name="Google Shape;627;p5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28" name="Google Shape;628;p5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Manage categories (view all)</a:t>
            </a:r>
            <a:endParaRPr/>
          </a:p>
        </p:txBody>
      </p:sp>
      <p:pic>
        <p:nvPicPr>
          <p:cNvPr id="634" name="Google Shape;634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7394" y="2133600"/>
            <a:ext cx="871903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36" name="Google Shape;636;p5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37" name="Google Shape;637;p5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7. Manage categories (add)</a:t>
            </a:r>
            <a:endParaRPr/>
          </a:p>
        </p:txBody>
      </p:sp>
      <p:pic>
        <p:nvPicPr>
          <p:cNvPr id="643" name="Google Shape;643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7885" y="2133600"/>
            <a:ext cx="8718056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45" name="Google Shape;645;p5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46" name="Google Shape;646;p5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8. Manage categories (update)</a:t>
            </a:r>
            <a:endParaRPr/>
          </a:p>
        </p:txBody>
      </p:sp>
      <p:sp>
        <p:nvSpPr>
          <p:cNvPr id="652" name="Google Shape;652;p5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53" name="Google Shape;653;p5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54" name="Google Shape;654;p5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55" name="Google Shape;655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744" y="2133600"/>
            <a:ext cx="8772338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9. View feedback</a:t>
            </a:r>
            <a:endParaRPr/>
          </a:p>
        </p:txBody>
      </p:sp>
      <p:pic>
        <p:nvPicPr>
          <p:cNvPr id="661" name="Google Shape;661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2901" y="2133600"/>
            <a:ext cx="8688024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63" name="Google Shape;663;p5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64" name="Google Shape;664;p5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10. Manage work(view)</a:t>
            </a:r>
            <a:endParaRPr/>
          </a:p>
        </p:txBody>
      </p:sp>
      <p:pic>
        <p:nvPicPr>
          <p:cNvPr id="670" name="Google Shape;670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00795"/>
            <a:ext cx="8915400" cy="3643859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72" name="Google Shape;672;p5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73" name="Google Shape;673;p5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Manage work(Add)</a:t>
            </a:r>
            <a:endParaRPr/>
          </a:p>
        </p:txBody>
      </p:sp>
      <p:pic>
        <p:nvPicPr>
          <p:cNvPr id="679" name="Google Shape;679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0731" y="2133600"/>
            <a:ext cx="8592364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81" name="Google Shape;681;p5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82" name="Google Shape;682;p5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12. Manage work(Edit)</a:t>
            </a:r>
            <a:endParaRPr/>
          </a:p>
        </p:txBody>
      </p:sp>
      <p:sp>
        <p:nvSpPr>
          <p:cNvPr id="688" name="Google Shape;688;p5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89" name="Google Shape;689;p5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690" name="Google Shape;690;p5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1" name="Google Shape;691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3611" y="2133600"/>
            <a:ext cx="8666604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13. About Us</a:t>
            </a:r>
            <a:endParaRPr/>
          </a:p>
        </p:txBody>
      </p:sp>
      <p:pic>
        <p:nvPicPr>
          <p:cNvPr id="697" name="Google Shape;697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177" y="2133600"/>
            <a:ext cx="8577472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699" name="Google Shape;699;p5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00" name="Google Shape;700;p5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14. Contact Us</a:t>
            </a:r>
            <a:endParaRPr/>
          </a:p>
        </p:txBody>
      </p:sp>
      <p:pic>
        <p:nvPicPr>
          <p:cNvPr id="706" name="Google Shape;706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6627" y="2133600"/>
            <a:ext cx="8580571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08" name="Google Shape;708;p5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09" name="Google Shape;709;p5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15. Change Password</a:t>
            </a:r>
            <a:endParaRPr/>
          </a:p>
        </p:txBody>
      </p:sp>
      <p:pic>
        <p:nvPicPr>
          <p:cNvPr id="715" name="Google Shape;715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2463" y="2133600"/>
            <a:ext cx="882890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6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17" name="Google Shape;717;p6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18" name="Google Shape;718;p6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16. Forgot Password</a:t>
            </a:r>
            <a:endParaRPr/>
          </a:p>
        </p:txBody>
      </p:sp>
      <p:pic>
        <p:nvPicPr>
          <p:cNvPr id="724" name="Google Shape;724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0504" y="2133600"/>
            <a:ext cx="6812817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6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26" name="Google Shape;726;p6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27" name="Google Shape;727;p6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16. Forgot Password</a:t>
            </a:r>
            <a:endParaRPr/>
          </a:p>
        </p:txBody>
      </p:sp>
      <p:pic>
        <p:nvPicPr>
          <p:cNvPr id="733" name="Google Shape;733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9520" y="2133600"/>
            <a:ext cx="6054785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6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35" name="Google Shape;735;p6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36" name="Google Shape;736;p6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16. Forgot Password</a:t>
            </a:r>
            <a:endParaRPr/>
          </a:p>
        </p:txBody>
      </p:sp>
      <p:pic>
        <p:nvPicPr>
          <p:cNvPr id="742" name="Google Shape;742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3081655"/>
            <a:ext cx="8915400" cy="188214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44" name="Google Shape;744;p6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45" name="Google Shape;745;p6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17. Logout</a:t>
            </a:r>
            <a:endParaRPr/>
          </a:p>
        </p:txBody>
      </p:sp>
      <p:pic>
        <p:nvPicPr>
          <p:cNvPr id="751" name="Google Shape;751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572309"/>
            <a:ext cx="8915400" cy="29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53" name="Google Shape;753;p6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54" name="Google Shape;754;p6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5"/>
          <p:cNvSpPr txBox="1"/>
          <p:nvPr>
            <p:ph type="title"/>
          </p:nvPr>
        </p:nvSpPr>
        <p:spPr>
          <a:xfrm>
            <a:off x="2592925" y="946778"/>
            <a:ext cx="7882035" cy="95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 Screenshots</a:t>
            </a:r>
            <a:endParaRPr b="1" sz="3000"/>
          </a:p>
        </p:txBody>
      </p:sp>
      <p:sp>
        <p:nvSpPr>
          <p:cNvPr id="760" name="Google Shape;760;p65"/>
          <p:cNvSpPr txBox="1"/>
          <p:nvPr>
            <p:ph idx="1" type="body"/>
          </p:nvPr>
        </p:nvSpPr>
        <p:spPr>
          <a:xfrm>
            <a:off x="2042160" y="2095580"/>
            <a:ext cx="8319452" cy="282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i="1" lang="en-IN" sz="1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Donor</a:t>
            </a:r>
            <a:endParaRPr sz="10000"/>
          </a:p>
        </p:txBody>
      </p:sp>
      <p:sp>
        <p:nvSpPr>
          <p:cNvPr id="761" name="Google Shape;761;p6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62" name="Google Shape;762;p6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63" name="Google Shape;763;p6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Login</a:t>
            </a:r>
            <a:endParaRPr/>
          </a:p>
        </p:txBody>
      </p:sp>
      <p:pic>
        <p:nvPicPr>
          <p:cNvPr id="769" name="Google Shape;769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9073" y="2133600"/>
            <a:ext cx="8595679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71" name="Google Shape;771;p6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72" name="Google Shape;772;p6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2. Sign Up</a:t>
            </a:r>
            <a:endParaRPr/>
          </a:p>
        </p:txBody>
      </p:sp>
      <p:pic>
        <p:nvPicPr>
          <p:cNvPr id="778" name="Google Shape;778;p6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316" y="2133600"/>
            <a:ext cx="8415193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80" name="Google Shape;780;p6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81" name="Google Shape;781;p6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3. Manage profile (Edit)</a:t>
            </a:r>
            <a:endParaRPr/>
          </a:p>
        </p:txBody>
      </p:sp>
      <p:sp>
        <p:nvSpPr>
          <p:cNvPr id="787" name="Google Shape;787;p6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88" name="Google Shape;788;p6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89" name="Google Shape;789;p6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90" name="Google Shape;790;p6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2470" y="2133600"/>
            <a:ext cx="8428886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3. Manage profile (Edit)</a:t>
            </a:r>
            <a:endParaRPr/>
          </a:p>
        </p:txBody>
      </p:sp>
      <p:pic>
        <p:nvPicPr>
          <p:cNvPr id="796" name="Google Shape;796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6622" y="2133600"/>
            <a:ext cx="8640581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798" name="Google Shape;798;p6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799" name="Google Shape;799;p6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4. View categories</a:t>
            </a:r>
            <a:endParaRPr/>
          </a:p>
        </p:txBody>
      </p:sp>
      <p:pic>
        <p:nvPicPr>
          <p:cNvPr id="805" name="Google Shape;805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988" y="2133600"/>
            <a:ext cx="8567849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07" name="Google Shape;807;p7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08" name="Google Shape;808;p7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5. Add Donate Money </a:t>
            </a:r>
            <a:endParaRPr/>
          </a:p>
        </p:txBody>
      </p:sp>
      <p:pic>
        <p:nvPicPr>
          <p:cNvPr id="814" name="Google Shape;814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9150" y="97900"/>
            <a:ext cx="8915400" cy="375942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16" name="Google Shape;816;p7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17" name="Google Shape;817;p7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18" name="Google Shape;81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7718" y="4133820"/>
            <a:ext cx="320992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Donation history</a:t>
            </a:r>
            <a:endParaRPr/>
          </a:p>
        </p:txBody>
      </p:sp>
      <p:pic>
        <p:nvPicPr>
          <p:cNvPr id="824" name="Google Shape;824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10106"/>
            <a:ext cx="8915400" cy="362523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26" name="Google Shape;826;p7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27" name="Google Shape;827;p7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7. Donation money receipt </a:t>
            </a:r>
            <a:endParaRPr/>
          </a:p>
        </p:txBody>
      </p:sp>
      <p:pic>
        <p:nvPicPr>
          <p:cNvPr id="833" name="Google Shape;833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8499" y="2133600"/>
            <a:ext cx="571682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35" name="Google Shape;835;p7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36" name="Google Shape;836;p7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7. Donation money receipt </a:t>
            </a:r>
            <a:endParaRPr/>
          </a:p>
        </p:txBody>
      </p:sp>
      <p:pic>
        <p:nvPicPr>
          <p:cNvPr id="842" name="Google Shape;842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9527" y="2133600"/>
            <a:ext cx="5754772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44" name="Google Shape;844;p7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45" name="Google Shape;845;p7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8. Donation money</a:t>
            </a:r>
            <a:br>
              <a:rPr lang="en-IN"/>
            </a:br>
            <a:endParaRPr/>
          </a:p>
        </p:txBody>
      </p:sp>
      <p:pic>
        <p:nvPicPr>
          <p:cNvPr id="851" name="Google Shape;851;p7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16701"/>
            <a:ext cx="8915400" cy="361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53" name="Google Shape;853;p7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54" name="Google Shape;854;p7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6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9. Give feedback</a:t>
            </a:r>
            <a:endParaRPr/>
          </a:p>
        </p:txBody>
      </p:sp>
      <p:pic>
        <p:nvPicPr>
          <p:cNvPr id="860" name="Google Shape;860;p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492" y="363792"/>
            <a:ext cx="8501062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62" name="Google Shape;862;p7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63" name="Google Shape;863;p7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64" name="Google Shape;864;p76"/>
          <p:cNvPicPr preferRelativeResize="0"/>
          <p:nvPr/>
        </p:nvPicPr>
        <p:blipFill rotWithShape="1">
          <a:blip r:embed="rId4">
            <a:alphaModFix/>
          </a:blip>
          <a:srcRect b="35270" l="39837" r="37474" t="32710"/>
          <a:stretch/>
        </p:blipFill>
        <p:spPr>
          <a:xfrm>
            <a:off x="6459793" y="4678642"/>
            <a:ext cx="2124125" cy="129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7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10. About us</a:t>
            </a:r>
            <a:endParaRPr/>
          </a:p>
        </p:txBody>
      </p:sp>
      <p:sp>
        <p:nvSpPr>
          <p:cNvPr id="870" name="Google Shape;870;p7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71" name="Google Shape;871;p7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72" name="Google Shape;872;p7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3" name="Google Shape;87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6064" y="884029"/>
            <a:ext cx="5730875" cy="243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4001" y="3329788"/>
            <a:ext cx="5722938" cy="25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7"/>
          <p:cNvSpPr/>
          <p:nvPr/>
        </p:nvSpPr>
        <p:spPr>
          <a:xfrm>
            <a:off x="4478336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Contact us</a:t>
            </a:r>
            <a:endParaRPr/>
          </a:p>
        </p:txBody>
      </p:sp>
      <p:pic>
        <p:nvPicPr>
          <p:cNvPr id="881" name="Google Shape;881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17868"/>
            <a:ext cx="8915400" cy="3609714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83" name="Google Shape;883;p7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84" name="Google Shape;884;p7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Contact us</a:t>
            </a:r>
            <a:endParaRPr/>
          </a:p>
        </p:txBody>
      </p:sp>
      <p:pic>
        <p:nvPicPr>
          <p:cNvPr id="890" name="Google Shape;890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263" y="2133600"/>
            <a:ext cx="847130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892" name="Google Shape;892;p7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893" name="Google Shape;893;p7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Contact us</a:t>
            </a:r>
            <a:endParaRPr/>
          </a:p>
        </p:txBody>
      </p:sp>
      <p:pic>
        <p:nvPicPr>
          <p:cNvPr id="899" name="Google Shape;899;p8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6103" y="2133600"/>
            <a:ext cx="870162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01" name="Google Shape;901;p8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02" name="Google Shape;902;p8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12. Change Password</a:t>
            </a:r>
            <a:endParaRPr/>
          </a:p>
        </p:txBody>
      </p:sp>
      <p:pic>
        <p:nvPicPr>
          <p:cNvPr id="908" name="Google Shape;908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199420"/>
            <a:ext cx="8915400" cy="364660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8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10" name="Google Shape;910;p8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11" name="Google Shape;911;p8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82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13. Forgot Password</a:t>
            </a:r>
            <a:endParaRPr/>
          </a:p>
        </p:txBody>
      </p:sp>
      <p:pic>
        <p:nvPicPr>
          <p:cNvPr id="917" name="Google Shape;917;p8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4648" y="122668"/>
            <a:ext cx="4429125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8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19" name="Google Shape;919;p8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20" name="Google Shape;920;p8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1" name="Google Shape;921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" y="2851532"/>
            <a:ext cx="484822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5560" y="3429000"/>
            <a:ext cx="435292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8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14. Logout</a:t>
            </a:r>
            <a:endParaRPr/>
          </a:p>
        </p:txBody>
      </p:sp>
      <p:pic>
        <p:nvPicPr>
          <p:cNvPr id="928" name="Google Shape;928;p8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474" y="2133600"/>
            <a:ext cx="866887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30" name="Google Shape;930;p8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31" name="Google Shape;931;p8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4"/>
          <p:cNvSpPr txBox="1"/>
          <p:nvPr>
            <p:ph type="title"/>
          </p:nvPr>
        </p:nvSpPr>
        <p:spPr>
          <a:xfrm>
            <a:off x="2592925" y="946778"/>
            <a:ext cx="7882035" cy="958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 Screenshots</a:t>
            </a:r>
            <a:endParaRPr b="1" sz="3000"/>
          </a:p>
        </p:txBody>
      </p:sp>
      <p:sp>
        <p:nvSpPr>
          <p:cNvPr id="937" name="Google Shape;937;p84"/>
          <p:cNvSpPr txBox="1"/>
          <p:nvPr>
            <p:ph idx="1" type="body"/>
          </p:nvPr>
        </p:nvSpPr>
        <p:spPr>
          <a:xfrm>
            <a:off x="2042160" y="2459374"/>
            <a:ext cx="8319452" cy="282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i="1" lang="en-IN" sz="1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Receiver </a:t>
            </a:r>
            <a:endParaRPr sz="10000"/>
          </a:p>
        </p:txBody>
      </p:sp>
      <p:sp>
        <p:nvSpPr>
          <p:cNvPr id="938" name="Google Shape;938;p8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39" name="Google Shape;939;p8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40" name="Google Shape;940;p8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1. Login</a:t>
            </a:r>
            <a:endParaRPr/>
          </a:p>
        </p:txBody>
      </p:sp>
      <p:pic>
        <p:nvPicPr>
          <p:cNvPr id="946" name="Google Shape;946;p8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9326" y="2133600"/>
            <a:ext cx="7995173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48" name="Google Shape;948;p8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49" name="Google Shape;949;p8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2. Sign up</a:t>
            </a:r>
            <a:endParaRPr/>
          </a:p>
        </p:txBody>
      </p:sp>
      <p:pic>
        <p:nvPicPr>
          <p:cNvPr id="955" name="Google Shape;955;p8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5968" y="2133600"/>
            <a:ext cx="630189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57" name="Google Shape;957;p8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58" name="Google Shape;958;p8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3. Home page </a:t>
            </a:r>
            <a:endParaRPr/>
          </a:p>
        </p:txBody>
      </p:sp>
      <p:sp>
        <p:nvSpPr>
          <p:cNvPr id="964" name="Google Shape;964;p8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65" name="Google Shape;965;p8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66" name="Google Shape;966;p8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67" name="Google Shape;967;p8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2529" y="2133600"/>
            <a:ext cx="8548767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4. Manage Profile (edit)</a:t>
            </a:r>
            <a:endParaRPr/>
          </a:p>
        </p:txBody>
      </p:sp>
      <p:pic>
        <p:nvPicPr>
          <p:cNvPr id="973" name="Google Shape;973;p8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6358" y="2133600"/>
            <a:ext cx="8581110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75" name="Google Shape;975;p8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76" name="Google Shape;976;p8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8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5. View categories</a:t>
            </a:r>
            <a:endParaRPr/>
          </a:p>
        </p:txBody>
      </p:sp>
      <p:pic>
        <p:nvPicPr>
          <p:cNvPr id="982" name="Google Shape;982;p8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142853"/>
            <a:ext cx="8915400" cy="3759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84" name="Google Shape;984;p8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85" name="Google Shape;985;p8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9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Request money </a:t>
            </a:r>
            <a:endParaRPr/>
          </a:p>
        </p:txBody>
      </p:sp>
      <p:sp>
        <p:nvSpPr>
          <p:cNvPr id="991" name="Google Shape;991;p9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992" name="Google Shape;992;p9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993" name="Google Shape;993;p9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94" name="Google Shape;994;p9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143887"/>
            <a:ext cx="8915400" cy="375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9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6. Request money </a:t>
            </a:r>
            <a:endParaRPr/>
          </a:p>
        </p:txBody>
      </p:sp>
      <p:sp>
        <p:nvSpPr>
          <p:cNvPr id="1000" name="Google Shape;1000;p9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01" name="Google Shape;1001;p9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02" name="Google Shape;1002;p9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03" name="Google Shape;1003;p9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6613" y="3170237"/>
            <a:ext cx="480060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7. request history</a:t>
            </a:r>
            <a:endParaRPr/>
          </a:p>
        </p:txBody>
      </p:sp>
      <p:pic>
        <p:nvPicPr>
          <p:cNvPr id="1009" name="Google Shape;1009;p9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587757"/>
            <a:ext cx="8915400" cy="286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11" name="Google Shape;1011;p9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12" name="Google Shape;1012;p9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8. Give feedback</a:t>
            </a:r>
            <a:br>
              <a:rPr lang="en-IN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018" name="Google Shape;1018;p9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19" name="Google Shape;1019;p9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20" name="Google Shape;1020;p9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21" name="Google Shape;1021;p9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7670" y="2133600"/>
            <a:ext cx="8458486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94"/>
          <p:cNvSpPr txBox="1"/>
          <p:nvPr>
            <p:ph type="title"/>
          </p:nvPr>
        </p:nvSpPr>
        <p:spPr>
          <a:xfrm>
            <a:off x="2455061" y="147337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9. About us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9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28" name="Google Shape;1028;p9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29" name="Google Shape;1029;p9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0" name="Google Shape;1030;p94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31" name="Google Shape;103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6064" y="884029"/>
            <a:ext cx="5730875" cy="2430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4001" y="3329788"/>
            <a:ext cx="5722938" cy="25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9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10. Contact us</a:t>
            </a:r>
            <a:endParaRPr/>
          </a:p>
        </p:txBody>
      </p:sp>
      <p:pic>
        <p:nvPicPr>
          <p:cNvPr id="1038" name="Google Shape;1038;p9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217868"/>
            <a:ext cx="8915400" cy="36097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40" name="Google Shape;1040;p9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41" name="Google Shape;1041;p9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9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10. Contact us</a:t>
            </a:r>
            <a:endParaRPr/>
          </a:p>
        </p:txBody>
      </p:sp>
      <p:sp>
        <p:nvSpPr>
          <p:cNvPr id="1047" name="Google Shape;1047;p9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48" name="Google Shape;1048;p9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49" name="Google Shape;1049;p9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50" name="Google Shape;1050;p9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7940" y="2133600"/>
            <a:ext cx="8537946" cy="37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9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Change Password</a:t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pic>
        <p:nvPicPr>
          <p:cNvPr id="1056" name="Google Shape;1056;p9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459" y="2133600"/>
            <a:ext cx="841490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9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58" name="Google Shape;1058;p9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59" name="Google Shape;1059;p9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9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Change Password</a:t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pic>
        <p:nvPicPr>
          <p:cNvPr id="1065" name="Google Shape;1065;p9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912" y="2133600"/>
            <a:ext cx="8332002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67" name="Google Shape;1067;p9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68" name="Google Shape;1068;p9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9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11. Change Password</a:t>
            </a:r>
            <a:br>
              <a:rPr lang="en-IN"/>
            </a:br>
            <a:r>
              <a:rPr lang="en-IN"/>
              <a:t> </a:t>
            </a:r>
            <a:endParaRPr/>
          </a:p>
        </p:txBody>
      </p:sp>
      <p:pic>
        <p:nvPicPr>
          <p:cNvPr id="1074" name="Google Shape;1074;p9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213" y="2378329"/>
            <a:ext cx="8915400" cy="3288792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9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76" name="Google Shape;1076;p9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77" name="Google Shape;1077;p9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00"/>
          <p:cNvSpPr txBox="1"/>
          <p:nvPr>
            <p:ph type="title"/>
          </p:nvPr>
        </p:nvSpPr>
        <p:spPr>
          <a:xfrm>
            <a:off x="262678" y="122668"/>
            <a:ext cx="89116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alibri"/>
              <a:buNone/>
            </a:pPr>
            <a:r>
              <a:rPr b="1" lang="en-IN" sz="1800">
                <a:latin typeface="Calibri"/>
                <a:ea typeface="Calibri"/>
                <a:cs typeface="Calibri"/>
                <a:sym typeface="Calibri"/>
              </a:rPr>
              <a:t>12. Forgot Password</a:t>
            </a:r>
            <a:endParaRPr/>
          </a:p>
        </p:txBody>
      </p:sp>
      <p:sp>
        <p:nvSpPr>
          <p:cNvPr id="1083" name="Google Shape;1083;p10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84" name="Google Shape;1084;p10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85" name="Google Shape;1085;p10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86" name="Google Shape;1086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1675" y="0"/>
            <a:ext cx="405765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742" y="2992410"/>
            <a:ext cx="4467225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0500" y="3899451"/>
            <a:ext cx="51339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13. Logout</a:t>
            </a:r>
            <a:endParaRPr/>
          </a:p>
        </p:txBody>
      </p:sp>
      <p:pic>
        <p:nvPicPr>
          <p:cNvPr id="1094" name="Google Shape;1094;p10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2474" y="2133600"/>
            <a:ext cx="8668878" cy="377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10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096" name="Google Shape;1096;p10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097" name="Google Shape;1097;p10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0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IN"/>
              <a:t>9. Reference </a:t>
            </a:r>
            <a:endParaRPr/>
          </a:p>
        </p:txBody>
      </p:sp>
      <p:sp>
        <p:nvSpPr>
          <p:cNvPr id="1103" name="Google Shape;1103;p10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 u="sng">
                <a:solidFill>
                  <a:schemeClr val="hlink"/>
                </a:solidFill>
                <a:hlinkClick r:id="rId4"/>
              </a:rPr>
              <a:t>https://crowdfunding.milaap.org/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 u="sng">
                <a:solidFill>
                  <a:schemeClr val="hlink"/>
                </a:solidFill>
                <a:hlinkClick r:id="rId6"/>
              </a:rPr>
              <a:t>https://y4d.ngo/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IN" u="sng">
                <a:solidFill>
                  <a:schemeClr val="hlink"/>
                </a:solidFill>
                <a:hlinkClick r:id="rId7"/>
              </a:rPr>
              <a:t>https://thedesaifoundation.org/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04" name="Google Shape;1104;p10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105" name="Google Shape;1105;p10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106" name="Google Shape;1106;p10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03"/>
          <p:cNvSpPr txBox="1"/>
          <p:nvPr>
            <p:ph type="title"/>
          </p:nvPr>
        </p:nvSpPr>
        <p:spPr>
          <a:xfrm>
            <a:off x="2782529" y="2025445"/>
            <a:ext cx="8308258" cy="235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000"/>
              <a:buFont typeface="Century Gothic"/>
              <a:buNone/>
            </a:pPr>
            <a:br>
              <a:rPr lang="en-IN" sz="5000"/>
            </a:br>
            <a:r>
              <a:rPr lang="en-IN" sz="5000">
                <a:solidFill>
                  <a:schemeClr val="dk1"/>
                </a:solidFill>
              </a:rPr>
              <a:t>Any Questions</a:t>
            </a:r>
            <a:endParaRPr sz="5000">
              <a:solidFill>
                <a:schemeClr val="dk1"/>
              </a:solidFill>
            </a:endParaRPr>
          </a:p>
        </p:txBody>
      </p:sp>
      <p:sp>
        <p:nvSpPr>
          <p:cNvPr id="1112" name="Google Shape;1112;p10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113" name="Google Shape;1113;p10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114" name="Google Shape;1114;p10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04"/>
          <p:cNvSpPr txBox="1"/>
          <p:nvPr>
            <p:ph type="title"/>
          </p:nvPr>
        </p:nvSpPr>
        <p:spPr>
          <a:xfrm>
            <a:off x="2389239" y="1671484"/>
            <a:ext cx="8790038" cy="4129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9302A"/>
              </a:buClr>
              <a:buSzPts val="4000"/>
              <a:buFont typeface="Century Gothic"/>
              <a:buNone/>
            </a:pPr>
            <a:br>
              <a:rPr lang="en-IN" sz="4000">
                <a:solidFill>
                  <a:srgbClr val="39302A"/>
                </a:solidFill>
              </a:rPr>
            </a:br>
            <a:br>
              <a:rPr lang="en-IN" sz="4000">
                <a:solidFill>
                  <a:srgbClr val="39302A"/>
                </a:solidFill>
              </a:rPr>
            </a:br>
            <a:r>
              <a:rPr lang="en-IN" sz="4000">
                <a:solidFill>
                  <a:srgbClr val="39302A"/>
                </a:solidFill>
              </a:rPr>
              <a:t>Thank you so much </a:t>
            </a:r>
            <a:endParaRPr sz="4000">
              <a:solidFill>
                <a:srgbClr val="39302A"/>
              </a:solidFill>
            </a:endParaRPr>
          </a:p>
        </p:txBody>
      </p:sp>
      <p:sp>
        <p:nvSpPr>
          <p:cNvPr id="1120" name="Google Shape;1120;p10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10/18/2024</a:t>
            </a:r>
            <a:endParaRPr/>
          </a:p>
        </p:txBody>
      </p:sp>
      <p:sp>
        <p:nvSpPr>
          <p:cNvPr id="1121" name="Google Shape;1121;p10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Roshni S. Mali</a:t>
            </a:r>
            <a:endParaRPr/>
          </a:p>
        </p:txBody>
      </p:sp>
      <p:sp>
        <p:nvSpPr>
          <p:cNvPr id="1122" name="Google Shape;1122;p10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2024-10-05T03:51:48Z</dcterms:created>
  <dc:creator>Kruti Mehta</dc:creator>
</cp:coreProperties>
</file>